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ingran_you/Documents/GitHub_MacBook/skills/workspace/mhc_ppt/assets/deepseek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539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39901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2844701"/>
            <a:ext cx="839419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mHC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44477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Manifold-Constrained Hyper-Connections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787676"/>
            <a:ext cx="83941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流形约束超连接：开启 Transformer 架构新篇章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200376"/>
            <a:ext cx="8394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3 篇公众号文章整理 · 2026 年 1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088975"/>
            <a:ext cx="7924800" cy="1714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背景：残差连接与超连接</a:t>
            </a:r>
            <a:endParaRPr lang="en-US" sz="1800" dirty="0"/>
          </a:p>
          <a:p>
            <a:pPr algn="l" marL="114300" indent="-1143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的核心思路与关键机制</a:t>
            </a:r>
            <a:endParaRPr lang="en-US" sz="1800" dirty="0"/>
          </a:p>
          <a:p>
            <a:pPr algn="l" marL="114300" indent="-1143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稳定性与系统优化</a:t>
            </a:r>
            <a:endParaRPr lang="en-US" sz="1800" dirty="0"/>
          </a:p>
          <a:p>
            <a:pPr algn="l" marL="114300" indent="-1143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复现实验与社区反响</a:t>
            </a:r>
            <a:endParaRPr lang="en-US" sz="1800" dirty="0"/>
          </a:p>
          <a:p>
            <a:pPr algn="l" marL="114300" indent="-114300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35926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背景：残差连接 → 超连接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987326"/>
            <a:ext cx="41193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技术演进脉络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1428601"/>
            <a:ext cx="4038600" cy="191928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年 ResNet 提出残差连接：y = x + F(x)，让深层网络可训练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年 Transformer 继承残差连接，成为大模型“地基”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 Hyper-Connections（HC）扩展为多流并行，性能更强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HC 破坏恒等映射，带来训练不稳定与信号爆炸风险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24400" y="987326"/>
            <a:ext cx="4038600" cy="2803327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Users/bingran_you/Documents/GitHub_MacBook/skills/workspace/mhc_ppt/assets/city_illustr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5426" y="1098352"/>
            <a:ext cx="38100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35426" y="3498652"/>
            <a:ext cx="3892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“从单车道到多车道”的架构隐喻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205543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核心思路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36575"/>
            <a:ext cx="3562350" cy="143946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= Manifold-Constrained Hyper-Connections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将残差连接从单一流扩展为多流并行结构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Sinkhorn-Knopp 将连接矩阵投影到双随机矩阵流形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恢复恒等映射稳定性，同时保留性能增益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95750" y="936575"/>
            <a:ext cx="4743450" cy="3641675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bingran_you/Documents/GitHub_MacBook/skills/workspace/mhc_ppt/assets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1475" y="1022300"/>
            <a:ext cx="4572000" cy="3174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81475" y="4311551"/>
            <a:ext cx="4663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→ HC → mHC 结构对比图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稳定性与系统优化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962025"/>
            <a:ext cx="4064050" cy="95964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双随机约束让信号成为“凸组合”，范数更稳定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Sinkhorn-Knopp 迭代次数少且可微分，支持端到端训练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论文强调：mHC 旨在保留性能增益并解决不稳定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98950" y="962025"/>
            <a:ext cx="4064050" cy="16570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37050" y="962025"/>
            <a:ext cx="0" cy="1657052"/>
          </a:xfrm>
          <a:prstGeom prst="line">
            <a:avLst/>
          </a:prstGeom>
          <a:noFill/>
          <a:ln w="76200">
            <a:solidFill>
              <a:srgbClr val="4069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8301" y="1139726"/>
            <a:ext cx="36531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工程侧改进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78301" y="1526977"/>
            <a:ext cx="365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内核融合、选择性重计算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78301" y="1831777"/>
            <a:ext cx="365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DualPipe 通信与计算重叠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78301" y="2136577"/>
            <a:ext cx="365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在大规模训练中开销受控且更稳定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31089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实验结果：稳定性对比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36575"/>
            <a:ext cx="3562350" cy="119955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复现实验显示：不同随机种子下的 Loss 曲线高度一致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 在训练中容易积累不稳定，mHC 更平稳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整体收敛速度接近，约束几乎不增加训练成本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95750" y="936575"/>
            <a:ext cx="4743450" cy="3641675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bingran_you/Documents/GitHub_MacBook/skills/workspace/mhc_ppt/assets/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1475" y="1022300"/>
            <a:ext cx="4572000" cy="3174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81475" y="4311551"/>
            <a:ext cx="4663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 vs mHC 的训练曲线对比（复现）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复现进展：社区验证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36575"/>
            <a:ext cx="4152900" cy="3641675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Users/bingran_you/Documents/GitHub_MacBook/skills/workspace/mhc_ppt/assets/handdrawn_re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" y="1022300"/>
            <a:ext cx="3810000" cy="3174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0525" y="4311551"/>
            <a:ext cx="4061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社区复现笔记与结构草图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86300" y="936575"/>
            <a:ext cx="4152900" cy="143946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FlowMode 工程师 Taylor Kolasinski 宣布成功复现 mHC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8×H100 节点进行训练实验，并发布两篇复现博客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观察到 HC 在大规模训练中不稳定性显著增加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在稳定性上明显更好，且 Loss 表现接近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12435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社区反响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936575"/>
            <a:ext cx="4152900" cy="71973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多篇解读文章将 mHC 视为“架构层面”的重要创新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社交媒体讨论热度高，认为超连接是关键方向之一</a:t>
            </a:r>
            <a:endParaRPr lang="en-US" sz="1350" dirty="0"/>
          </a:p>
          <a:p>
            <a:pPr algn="l" marL="101600" indent="-101600">
              <a:lnSpc>
                <a:spcPts val="189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技术讨论集中在“稳定性 vs 表达能力”的平衡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86300" y="936575"/>
            <a:ext cx="4152900" cy="3641675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bingran_you/Documents/GitHub_MacBook/skills/workspace/mhc_ppt/assets/tweet_nat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025" y="1022300"/>
            <a:ext cx="3810000" cy="3174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72025" y="4311551"/>
            <a:ext cx="4061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社区观点截图（来自公众号文章整理）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12435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38225"/>
            <a:ext cx="2539901" cy="279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76325"/>
            <a:ext cx="2539901" cy="0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1317575"/>
            <a:ext cx="21762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50" y="1730276"/>
            <a:ext cx="2176272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双随机约束恢复恒等映射，抑制信号爆炸与漂移。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251" y="1038225"/>
            <a:ext cx="2539901" cy="279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251" y="1076325"/>
            <a:ext cx="2539901" cy="0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3402" y="1317575"/>
            <a:ext cx="21762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表达力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3402" y="1730276"/>
            <a:ext cx="2176272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多流并行结构保留 HC 的性能增益与信息交换潜力。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302" y="1038225"/>
            <a:ext cx="2539901" cy="279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43302" y="1076325"/>
            <a:ext cx="2539901" cy="0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6453" y="1317575"/>
            <a:ext cx="21762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可落地性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46453" y="1730276"/>
            <a:ext cx="2176272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算法+系统优化结合，复现实验显示训练开销可控。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096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588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来源与参考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38225"/>
            <a:ext cx="8229600" cy="10287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《刚刚，梁文锋署名，DeepSeek 元旦新论文要开启架构新篇章》· 2026-01-01 00:21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《梁文锋DeepSeek新论文！接棒何恺明和字节，又稳了稳AI的“地基”》· 2026-01-01 17:58（周一笑）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《租了8张H100，他成功复现了DeepSeek的mHC，结果比官方报告更炸裂》· 2026-01-19 00:51</a:t>
            </a:r>
            <a:endParaRPr lang="en-US" sz="1350" dirty="0"/>
          </a:p>
          <a:p>
            <a:pPr algn="l" marL="101600" indent="-101600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论文：mHC: Manifold-Constrained Hyper-Connections（arXiv: 2512.24880）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193875"/>
            <a:ext cx="83941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图片与内容均来自上述文章与其引用材料，已统一排版整合。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mHC 整合版</dc:title>
  <dc:subject>PptxGenJS Presentation</dc:subject>
  <dc:creator>Codex</dc:creator>
  <cp:lastModifiedBy>Codex</cp:lastModifiedBy>
  <cp:revision>1</cp:revision>
  <dcterms:created xsi:type="dcterms:W3CDTF">2026-02-09T01:24:30Z</dcterms:created>
  <dcterms:modified xsi:type="dcterms:W3CDTF">2026-02-09T01:24:30Z</dcterms:modified>
</cp:coreProperties>
</file>